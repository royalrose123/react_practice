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00200"/>
            <a:ext cx="10378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63040" y="21031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試用期成果報告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523744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VB Form 遷移</a:t>
            </a:r>
            <a:endParaRPr lang="en-US" sz="3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導入與落地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11480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× form-reactor｜讓 AI 產出的 React Page 符合實際專案規範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53542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｜ BSID ｜ Day 0 – Day 75 ｜ 報告日期 【待補：YYYY/MM/DD】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報告大綱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2402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09344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任務背景與目標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9344" y="2450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為什麼需要自動化遷移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22402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58584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與我的切入點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2450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/ form-reactor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36118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609344" y="3456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天時間軸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9344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/ W4 / W6 / W8 四個階段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6118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6480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3456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關鍵技術挑戰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API、XML / Base64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5720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5568" y="49834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15568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609344" y="4828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量化成果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609344" y="5193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產出比例與遷移產能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49834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64808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58584" y="4828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自我檢視與下一步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58584" y="5193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 3–6 個月規劃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｜ 任務背景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到職定位與試用期任務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被賦予的題目、期中與期末的驗收標準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3375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到職與定位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633472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BSID ／ 團隊：【待補：團隊與 mentor】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職務定位：【待補：一句話描述】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3375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744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期中目標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727448" y="2633472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【待補：期中被設定的目標】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【待補：期中驗收標準】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874520"/>
            <a:ext cx="33375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932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期末目標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2633472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【待補：期末被設定的目標】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【待補：期末驗收標準】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21208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9264" y="521208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此頁請補上：到職日、所屬團隊、主管設定的期中／期末目標與驗收標準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｜ 任務背景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為什麼要做 Legacy Form 自動遷移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人工改寫的成本，與 AI 產線化的目標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現況痛點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517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VB legacy form 需汰換：【待補：form 總數】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商業邏輯散落在舊程式碼中，缺乏文件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人工改寫一支 form 約需 【待補：人天】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不同人改寫風格不一，維護成本高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agent team 自動完成「分析 → 生成」流程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 React page 可直接進實際專案，而非通用樣板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把人的角色從「改寫」變成「審查與微調」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同一套流程可複用到其他 form 與其他專案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Agent Team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與 form-reactor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本次報告聚焦在流程的產出品質，agent team 內部架構不展開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 Code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 legacy form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程式碼與畫面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63824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45536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解析畫面結構、欄位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與商業邏輯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4064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5232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結構化的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中介描述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6368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26096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依規則生成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46336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7504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57232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可進專案的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實際頁面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70064" y="4224528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70064" y="4224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我這次改造的部分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9834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原本 form-reactor 已能產出 React page；我負責的是讓「產出的東西符合我們實際專案的樣子」。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我的切入點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從「能產出」到「能直接用」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 form-reactor agent team 以對齊實際 React 專案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517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可以產出一支能跑的 React page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層為通用寫法，與專案實際介接方式不同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資料格式處理不完整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產出後仍需大量人工調整才能進專案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12080" cy="3200400"/>
          </a:xfrm>
          <a:prstGeom prst="roundRect">
            <a:avLst>
              <a:gd name="adj" fmla="val 142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改造後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層對接專案實際使用的 SOAP API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補上 XML 與 Base64 的編解碼與轉換處理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目錄結構、共用元件、coding style 對齊專案規範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產出即為可審查、可上線的頁面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時間軸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天工作歷程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以兩週為單位，Day 45 期中、Day 75 期末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3401568"/>
            <a:ext cx="10332720" cy="0"/>
          </a:xfrm>
          <a:prstGeom prst="line">
            <a:avLst/>
          </a:prstGeom>
          <a:noFill/>
          <a:ln w="19050">
            <a:solidFill>
              <a:srgbClr val="C4C4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2590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91267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9943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48619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7296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66634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05972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到職 Day 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93076" y="2990088"/>
            <a:ext cx="0" cy="411480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44336" y="169164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63792" y="18562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663792" y="220370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研究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 改造起步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15352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1753" y="3401568"/>
            <a:ext cx="0" cy="896112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323013" y="429768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2469" y="446227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W3–W4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542469" y="480974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產出實際 React page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 tuning 收斂品質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94029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0429" y="2990088"/>
            <a:ext cx="0" cy="411480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201689" y="169164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21145" y="18562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W5–W6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21145" y="220370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Playwright 驗證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跨部門整合、再遷移 2 支 form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72705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9105" y="3401568"/>
            <a:ext cx="0" cy="896112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080365" y="429768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99821" y="446227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W7–W8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299821" y="480974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PO Listing Order Change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（非遷移類專案）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51381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53003" y="3401568"/>
            <a:ext cx="0" cy="237744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1483" y="3639312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21483" y="36393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期中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978738" y="3401568"/>
            <a:ext cx="0" cy="237744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05695" y="3639312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05695" y="36393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期末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W1–W2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研究與 form-reactor 改造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先看懂分析端產出什麼，再決定生成端要怎麼改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15798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研究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974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理解對 VB code 的分析範圍與輸出格式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確認可用的欄位、事件與商業邏輯資訊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找出分析結果不足以支撐生成的缺口：【待補：具體缺口】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074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15798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22008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 改造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974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調整生成規則以貼近專案樣板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重寫 API 層產生邏輯的方向設定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建立可重複驗證的產出流程：【待補：做法】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521208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此頁可補上：研究過程中發現的具體限制、改造了哪些 rule／prompt／template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W3–W4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產出第一支實際 React Page，並持續 tuning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從「能跑」調整到「可直接進專案」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6654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039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048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以改造後的 form-reactor 生成第一支實際 form 的 React page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07238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4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054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對照專案規範逐項檢查：API、資料轉換、元件與結構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07822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4050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0599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把每一次人工修正的原因回寫成 agent 的規則與範例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8406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664208" y="5056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收斂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50657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重複迭代，直到人為介入降到 10% 以內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89788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" y="589788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此頁可補上：迭代次數、每次迭代的修正重點、第一支 form 的名稱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｜ 關鍵技術挑戰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挑戰一：對接專案實際使用的 SOAP API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產出的頁面必須用專案原本的介接方式，而不是通用 REST 寫法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6060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專案後端為 SOAP 服務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原本產出的 API 呼叫方式不符實際架構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【待補：其他限制】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744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727448" y="26060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定義專案標準的 SOAP 呼叫樣板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agent 依樣板產生 service 層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【待補：實際做法細節】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932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26060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產出的頁面可直接對接既有服務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不需再手改 API 層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【待補：可量化的結果】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9264" y="530352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此頁建議補上：一段實際產出的 service 層程式碼截圖，說服力最強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｜ 關鍵技術挑戰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挑戰二：XML 與 Base64 的轉換處理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回傳的資料要能正確轉成前端可用的型別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轉換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5176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request／response 的 XML 組裝與解析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節點對應到前端 model 的型別轉換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巢狀結構與空值的處理規則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【待補：實際遇到的坑與解法】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808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轉換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附件／影像等二進位資料的編解碼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前端顯示與上傳下載的處理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編碼錯誤與大檔案的例外處理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【待補：實際遇到的坑與解法】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6636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以上兩項處理已內建進 form-reactor 的產生規則，後續遷移的 form 皆可直接沿用。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W3–W4 成果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產出品質收斂結果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3756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人為介入比例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產出後仍需人工調整的部分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333756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AI 產出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頁面主體由 agent team 生成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33756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 form 完成遷移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含首支與 W5–W6 的 2 支（數字待補）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3776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「人只做審查與最後微調」— 這是這次改造最主要想達成的狀態。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W5–W6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Playwright：讓產出可以被自動驗證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從「產得出來」進一步到「產得對不對，有辦法自動確認」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517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人工逐頁比對舊 form 與新頁面，成本高且容易漏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每次調整規則後，需要快速確認沒有退步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遷移數量增加後，回歸驗證必須自動化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12080" cy="3108960"/>
          </a:xfrm>
          <a:prstGeom prst="roundRect">
            <a:avLst>
              <a:gd name="adj" fmla="val 1471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Playwright 納入 agent team 的流程中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針對產出的 React page 自動執行操作與檢核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【待補：驗證涵蓋哪些情境、是否納入 CI】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W5–W6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跨部門整合與遷移範圍擴大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讓同一套 agent team 能應付不同的 React 專案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61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402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跨部門整合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2219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【待補：部門／團隊名稱】 協作，把彼此的做法整併進同一套流程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10561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42900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支援不同 React 專案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4107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agent team 可依不同專案的結構與規範產出對應的頁面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10561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61772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45902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再遷移 2 支 form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5994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【待補：兩支 form 的名稱】，驗證流程的可複用性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7784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這個階段的重點：從「一支 form 做得出來」變成「換一個專案、換一支 form 也做得出來」。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W7–W8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PO Listing Order Change 專案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遷移之外的支援任務，補足團隊人力缺口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5836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214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我負責的部分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517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【待補：負責的功能或模組】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【待補：實際完成的項目】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【待補：投入時間與交付狀態】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80960" y="1874520"/>
            <a:ext cx="3703320" cy="3200400"/>
          </a:xfrm>
          <a:prstGeom prst="roundRect">
            <a:avLst>
              <a:gd name="adj" fmla="val 142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73568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這段經驗的意義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973568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接觸遷移以外的實際業務需求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熟悉團隊既有專案的開發流程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在需要時能即時支援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30352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530352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此頁請補上：PO Listing Order Change 的背景、你負責的範圍與完成狀態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｜ 量化成果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天成果彙整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數字請依實際情況調整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613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40280"/>
                <a:gridCol w="260604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45 期中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75 期末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完成遷移的 form 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首支 ＋ W5–W6 兩支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產出比例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以上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人為介入 &lt; 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單支 form 遷移工時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與人工改寫對比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自動化驗證覆蓋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尚未導入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（待補：覆蓋範圍）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支援的 React 專案數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跨部門整合後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遷移外支援專案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Listing Order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（待補：交付狀態）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80644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580644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整份簡報最重要的一頁：主管最想看到的是數字，請優先把這張補齊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｜ 自我檢視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做得好的、與待加強的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誠實面對這 75 天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74920" cy="3291840"/>
          </a:xfrm>
          <a:prstGeom prst="roundRect">
            <a:avLst>
              <a:gd name="adj" fmla="val 138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做得好的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517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沒有停在「能產出」，而是推到「能直接用」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把每次人工修正回寫成規則，讓改善可累積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主動導入 Playwright，讓品質可被驗證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跨部門協作，把成果擴大到其他專案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待加強的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【待補：例如：對既有系統／業務流程的熟悉度】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【待補：例如：文件與知識傳承】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【待補：例如：跨部門溝通的節奏】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39496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539496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右欄請用自己的話寫，主管通常最在意這一欄的真誠度與具體改善做法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｜ 下一步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 3–6 個月的規劃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從單點成果到可持續的產線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139696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個月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【待補：N】 支 form 的遷移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補齊 Playwright 驗證覆蓋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2139696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8464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個月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讓其他同仁也能操作這套流程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整理使用文件與規範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2139696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3932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9652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個月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擴大到 【待補：其他系統／部門】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把遷移流程納入常態開發流程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20240"/>
            <a:ext cx="103784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6304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3456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歡迎指教與提問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39319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｜ BSID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試用期成果報告</dc:title>
  <dc:subject>PptxGenJS Presentation</dc:subject>
  <dc:creator>Royal</dc:creator>
  <cp:lastModifiedBy>Royal</cp:lastModifiedBy>
  <cp:revision>1</cp:revision>
  <dcterms:created xsi:type="dcterms:W3CDTF">2026-09-06T04:38:14Z</dcterms:created>
  <dcterms:modified xsi:type="dcterms:W3CDTF">2026-09-06T04:38:14Z</dcterms:modified>
</cp:coreProperties>
</file>